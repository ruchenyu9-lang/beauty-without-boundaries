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美妆无界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44569"/>
                </a:solidFill>
                <a:latin typeface="Microsoft YaHei"/>
              </a:defRPr>
            </a:pPr>
            <a:r>
              <a:t>Beauty Without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欧莱雅第二届美妆黑客松 · 无界体验家赛道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多模态美妆交互平台 — 让美妆科技真正包容每个人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痛点与愿景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🔹  色弱/色盲用户无法准确辨别妆容色号，试妆困难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🔹  上传妆容图后缺少专业分析与步骤指导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🔹  线上试妆缺乏个性化色号推荐，色号匹配全凭感觉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57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我们的解法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051560"/>
            <a:ext cx="137160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💡  AI 驱动的智能色号匹配与妆容方案生成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💡  上传即分析：AI 步骤拆解 + 平替产品推荐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💡  Daltonize 色彩增强 + 色盲检测 + 定制可感知调色板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 大核心功能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37160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047" y="1371600"/>
            <a:ext cx="3291840" cy="384048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4569"/>
                </a:solidFill>
                <a:latin typeface="Microsoft YaHei"/>
              </a:defRPr>
            </a:pPr>
            <a:r>
              <a:t>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智能妆容生成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44569"/>
                </a:solidFill>
                <a:latin typeface="Microsoft YaHei"/>
              </a:defRPr>
            </a:pPr>
            <a:r>
              <a:t>3D扫描 + AI搭配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0927" y="2971800"/>
            <a:ext cx="731520" cy="381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3108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录入已有产品色号，3D扫描人脸，AI智能生成多种妆容方案并标记使用色号。实时人脸追踪叠加妆容效果。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9927" y="1371600"/>
            <a:ext cx="3291840" cy="384048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D47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807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735E"/>
                </a:solidFill>
                <a:latin typeface="Microsoft YaHei"/>
              </a:defRPr>
            </a:pPr>
            <a: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妆容图片分析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807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735E"/>
                </a:solidFill>
                <a:latin typeface="Microsoft YaHei"/>
              </a:defRPr>
            </a:pPr>
            <a:r>
              <a:t>AI分析 + 平替推荐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2807" y="2971800"/>
            <a:ext cx="731520" cy="38100"/>
          </a:xfrm>
          <a:prstGeom prst="rect">
            <a:avLst/>
          </a:prstGeom>
          <a:solidFill>
            <a:srgbClr val="D4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3108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上传妆容图片，AI自动分析化妆步骤和注意事项，智能推荐平替产品，降低决策成本。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807" y="1371600"/>
            <a:ext cx="3291840" cy="384048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4A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687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2C2A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687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色觉无障碍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687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2C2A"/>
                </a:solidFill>
                <a:latin typeface="Microsoft YaHei"/>
              </a:defRPr>
            </a:pPr>
            <a:r>
              <a:t>色彩增强 + 色彩翻译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687" y="2971800"/>
            <a:ext cx="731520" cy="38100"/>
          </a:xfrm>
          <a:prstGeom prst="rect">
            <a:avLst/>
          </a:prstGeom>
          <a:solidFill>
            <a:srgbClr val="4A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4687" y="31089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Daltonize色彩增强算法、Ishihara色盲检测、色彩翻译描述、为色觉异常用户定制可感知调色板。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11480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7EEA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48840"/>
            <a:ext cx="731520" cy="381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React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Vite 构建工具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MediaPipe Face Mesh 人脸追踪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Web Speech API 语音合成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291840" cy="411480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D47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35E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48840"/>
            <a:ext cx="731520" cy="38100"/>
          </a:xfrm>
          <a:prstGeom prst="rect">
            <a:avLst/>
          </a:prstGeom>
          <a:solidFill>
            <a:srgbClr val="D4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Python +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SQLite + SQLAlchemy 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Uvicorn ASGI 服务器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976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Mock 数据 (无需外部 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63040"/>
            <a:ext cx="3291840" cy="411480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4A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2C2A"/>
                </a:solidFill>
                <a:latin typeface="Microsoft YaHei"/>
              </a:defRPr>
            </a:pPr>
            <a:r>
              <a:t>色彩科学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148840"/>
            <a:ext cx="731520" cy="38100"/>
          </a:xfrm>
          <a:prstGeom prst="rect">
            <a:avLst/>
          </a:prstGeom>
          <a:solidFill>
            <a:srgbClr val="4A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CIEDE2000 ΔE 色差算法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CIE Lab 色彩空间转换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Daltonize 色彩增强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▸  Brettel/Viénot 模拟矩阵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228600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Microsoft YaHei"/>
              </a:defRPr>
            </a:pPr>
            <a:r>
              <a:t>前端 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SmartMakeupPage — 人脸追踪+妆容叠加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ImageAnalysisPage — 图片上传+分析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ColorVisionPage — 色觉检测+调色板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全局 ColorVisionContext 状态管理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45920"/>
            <a:ext cx="3200400" cy="228600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D47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35E"/>
                </a:solidFill>
                <a:latin typeface="Microsoft YaHei"/>
              </a:defRPr>
            </a:pPr>
            <a:r>
              <a:t>后端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/api/makeup — 妆容生成+色号匹配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786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/api/analysis — 图片分析+平替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626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/api/color-vision — 色觉增强+检测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4670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/api/products — 产品数据服务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645920"/>
            <a:ext cx="3200400" cy="228600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4A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2C2A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SQLite + SQLAlchemy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5786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products.json / shades.json 种子数据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9626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MockClaudeService 预生成结果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34670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无需外部 AI API 密钥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560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用户浏览器 ⟶  React 前端 (Vite Dev / Nginx Prod)  ⟶  FastAPI 后端  ⟶  SQLite + 种子数据</a:t>
            </a:r>
            <a:br/>
            <a:r>
              <a:t>色觉增强算法 (Daltonize / CIEDE2000 / Lab) 完全在前端 Client-Side 运行，无需后端计算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API 端点一览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283464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Microsoft YaHei"/>
              </a:defRPr>
            </a:pPr>
            <a:r>
              <a:t>妆容生成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/api/makeup/scan-face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671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3D人脸扫描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60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/api/makeup/shade-match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61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色号匹配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54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/api/makeup/generate-looks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55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妆容方案生成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/api/makeup/render-overlay-data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50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妆容叠加数据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463040"/>
            <a:ext cx="3291840" cy="164592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D47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35E"/>
                </a:solidFill>
                <a:latin typeface="Microsoft YaHei"/>
              </a:defRPr>
            </a:pPr>
            <a:r>
              <a:t>图片分析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/api/analysis/analyze-image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1671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AI图片分析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560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/api/analysis/find-substitutes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761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平替产品搜索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463040"/>
            <a:ext cx="3291840" cy="2834640"/>
          </a:xfrm>
          <a:prstGeom prst="roundRect">
            <a:avLst/>
          </a:prstGeom>
          <a:solidFill>
            <a:srgbClr val="2A2A45"/>
          </a:solidFill>
          <a:ln w="25400">
            <a:solidFill>
              <a:srgbClr val="4A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2C2A"/>
                </a:solidFill>
                <a:latin typeface="Microsoft YaHei"/>
              </a:defRPr>
            </a:pPr>
            <a:r>
              <a:t>色觉无障碍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/api/color-vision/daltonize-single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1671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Daltonize色彩增强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560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/api/color-vision/detect-type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761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色盲类型检测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D47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154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/api/color-vision/ishihara-plates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355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Ishihara测试图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49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EF0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/api/color-vision/generate-palette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950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定制调色板生成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50800"/>
          </a:xfrm>
          <a:prstGeom prst="rect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Beauty Without Boundaries — 让美妆科技真正包容每个人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🚀  在线体验:  http://localhost:5173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欧莱雅第二届美妆黑客松 · 无界体验家赛道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